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5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133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03937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7318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7468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352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019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9491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3119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60964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48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18754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8A385-4F82-4D00-AF9B-2F12B8F930A9}" type="datetimeFigureOut">
              <a:rPr lang="en-PH" smtClean="0"/>
              <a:t>11/4/2025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24434-0D19-405B-8CA4-148184EF5C4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595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73DA3E-D488-11B6-23BA-5D60FD5B5DBC}"/>
              </a:ext>
            </a:extLst>
          </p:cNvPr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097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89F78B-9EC8-7947-9F8C-5707E38C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3" y="2427353"/>
            <a:ext cx="4262438" cy="4262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AA8363-2A38-93D5-E85F-A6240D745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2207125" y="520635"/>
            <a:ext cx="6046309" cy="291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0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LANCE ZOREN DADOR</dc:creator>
  <cp:lastModifiedBy>LANCE ZOREN DADOR</cp:lastModifiedBy>
  <cp:revision>2</cp:revision>
  <dcterms:created xsi:type="dcterms:W3CDTF">2025-11-03T17:02:17Z</dcterms:created>
  <dcterms:modified xsi:type="dcterms:W3CDTF">2025-11-03T21:05:36Z</dcterms:modified>
</cp:coreProperties>
</file>